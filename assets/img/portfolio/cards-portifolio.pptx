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65" r:id="rId4"/>
    <p:sldId id="266" r:id="rId5"/>
    <p:sldId id="267" r:id="rId6"/>
    <p:sldId id="257" r:id="rId7"/>
    <p:sldId id="258" r:id="rId8"/>
    <p:sldId id="260" r:id="rId9"/>
    <p:sldId id="261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63BB"/>
    <a:srgbClr val="FB73B3"/>
    <a:srgbClr val="F6813E"/>
    <a:srgbClr val="6A68DB"/>
    <a:srgbClr val="414680"/>
    <a:srgbClr val="199FA2"/>
    <a:srgbClr val="916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5CBDB1-DEC4-486F-8AB0-90D2169E0DFA}" v="21" dt="2023-12-11T17:34:20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SANTOS DIAS" userId="230fdbc8-4b0d-4b95-a425-bf041973b5a0" providerId="ADAL" clId="{F75CBDB1-DEC4-486F-8AB0-90D2169E0DFA}"/>
    <pc:docChg chg="undo redo custSel addSld delSld modSld sldOrd">
      <pc:chgData name="MATHEUS SANTOS DIAS" userId="230fdbc8-4b0d-4b95-a425-bf041973b5a0" providerId="ADAL" clId="{F75CBDB1-DEC4-486F-8AB0-90D2169E0DFA}" dt="2023-12-11T17:35:45.752" v="379" actId="1076"/>
      <pc:docMkLst>
        <pc:docMk/>
      </pc:docMkLst>
      <pc:sldChg chg="addSp delSp modSp mod setBg">
        <pc:chgData name="MATHEUS SANTOS DIAS" userId="230fdbc8-4b0d-4b95-a425-bf041973b5a0" providerId="ADAL" clId="{F75CBDB1-DEC4-486F-8AB0-90D2169E0DFA}" dt="2023-12-11T16:51:49.242" v="257" actId="1076"/>
        <pc:sldMkLst>
          <pc:docMk/>
          <pc:sldMk cId="3979586301" sldId="256"/>
        </pc:sldMkLst>
        <pc:spChg chg="mod">
          <ac:chgData name="MATHEUS SANTOS DIAS" userId="230fdbc8-4b0d-4b95-a425-bf041973b5a0" providerId="ADAL" clId="{F75CBDB1-DEC4-486F-8AB0-90D2169E0DFA}" dt="2023-12-11T16:48:33.725" v="228" actId="1076"/>
          <ac:spMkLst>
            <pc:docMk/>
            <pc:sldMk cId="3979586301" sldId="256"/>
            <ac:spMk id="6" creationId="{0F02E0C4-50B9-F252-8C64-48044F02592F}"/>
          </ac:spMkLst>
        </pc:spChg>
        <pc:spChg chg="mod">
          <ac:chgData name="MATHEUS SANTOS DIAS" userId="230fdbc8-4b0d-4b95-a425-bf041973b5a0" providerId="ADAL" clId="{F75CBDB1-DEC4-486F-8AB0-90D2169E0DFA}" dt="2023-12-11T16:51:49.242" v="257" actId="1076"/>
          <ac:spMkLst>
            <pc:docMk/>
            <pc:sldMk cId="3979586301" sldId="256"/>
            <ac:spMk id="7" creationId="{92D1DBE4-1D9B-6EC7-DB02-C199B9426D69}"/>
          </ac:spMkLst>
        </pc:spChg>
        <pc:picChg chg="add del mod">
          <ac:chgData name="MATHEUS SANTOS DIAS" userId="230fdbc8-4b0d-4b95-a425-bf041973b5a0" providerId="ADAL" clId="{F75CBDB1-DEC4-486F-8AB0-90D2169E0DFA}" dt="2023-12-09T23:15:30.624" v="158" actId="478"/>
          <ac:picMkLst>
            <pc:docMk/>
            <pc:sldMk cId="3979586301" sldId="256"/>
            <ac:picMk id="3" creationId="{FA96FBF4-EBF4-07D9-44CE-7D93E71C0D20}"/>
          </ac:picMkLst>
        </pc:picChg>
        <pc:picChg chg="mod modCrop">
          <ac:chgData name="MATHEUS SANTOS DIAS" userId="230fdbc8-4b0d-4b95-a425-bf041973b5a0" providerId="ADAL" clId="{F75CBDB1-DEC4-486F-8AB0-90D2169E0DFA}" dt="2023-12-11T16:46:08.914" v="215" actId="14100"/>
          <ac:picMkLst>
            <pc:docMk/>
            <pc:sldMk cId="3979586301" sldId="256"/>
            <ac:picMk id="5" creationId="{3C87EF71-E566-2641-D7BD-54E5AF822850}"/>
          </ac:picMkLst>
        </pc:picChg>
      </pc:sldChg>
      <pc:sldChg chg="modSp mod">
        <pc:chgData name="MATHEUS SANTOS DIAS" userId="230fdbc8-4b0d-4b95-a425-bf041973b5a0" providerId="ADAL" clId="{F75CBDB1-DEC4-486F-8AB0-90D2169E0DFA}" dt="2023-12-09T23:15:40.857" v="160" actId="207"/>
        <pc:sldMkLst>
          <pc:docMk/>
          <pc:sldMk cId="3094583086" sldId="257"/>
        </pc:sldMkLst>
        <pc:spChg chg="mod">
          <ac:chgData name="MATHEUS SANTOS DIAS" userId="230fdbc8-4b0d-4b95-a425-bf041973b5a0" providerId="ADAL" clId="{F75CBDB1-DEC4-486F-8AB0-90D2169E0DFA}" dt="2023-12-09T23:15:35.375" v="159" actId="207"/>
          <ac:spMkLst>
            <pc:docMk/>
            <pc:sldMk cId="3094583086" sldId="257"/>
            <ac:spMk id="4" creationId="{FFFF3812-0184-90AF-FBBB-D63A5F999143}"/>
          </ac:spMkLst>
        </pc:spChg>
        <pc:spChg chg="mod">
          <ac:chgData name="MATHEUS SANTOS DIAS" userId="230fdbc8-4b0d-4b95-a425-bf041973b5a0" providerId="ADAL" clId="{F75CBDB1-DEC4-486F-8AB0-90D2169E0DFA}" dt="2023-12-09T23:15:40.857" v="160" actId="207"/>
          <ac:spMkLst>
            <pc:docMk/>
            <pc:sldMk cId="3094583086" sldId="257"/>
            <ac:spMk id="5" creationId="{30730B9D-13BB-70FC-C248-D2521062A469}"/>
          </ac:spMkLst>
        </pc:spChg>
        <pc:picChg chg="mod">
          <ac:chgData name="MATHEUS SANTOS DIAS" userId="230fdbc8-4b0d-4b95-a425-bf041973b5a0" providerId="ADAL" clId="{F75CBDB1-DEC4-486F-8AB0-90D2169E0DFA}" dt="2023-11-22T15:21:51.208" v="25" actId="14100"/>
          <ac:picMkLst>
            <pc:docMk/>
            <pc:sldMk cId="3094583086" sldId="257"/>
            <ac:picMk id="3" creationId="{402F5158-6738-1F0E-B977-989FD4CA62AD}"/>
          </ac:picMkLst>
        </pc:picChg>
      </pc:sldChg>
      <pc:sldChg chg="modSp mod">
        <pc:chgData name="MATHEUS SANTOS DIAS" userId="230fdbc8-4b0d-4b95-a425-bf041973b5a0" providerId="ADAL" clId="{F75CBDB1-DEC4-486F-8AB0-90D2169E0DFA}" dt="2023-12-09T23:15:53.081" v="162" actId="207"/>
        <pc:sldMkLst>
          <pc:docMk/>
          <pc:sldMk cId="314579243" sldId="258"/>
        </pc:sldMkLst>
        <pc:spChg chg="mod">
          <ac:chgData name="MATHEUS SANTOS DIAS" userId="230fdbc8-4b0d-4b95-a425-bf041973b5a0" providerId="ADAL" clId="{F75CBDB1-DEC4-486F-8AB0-90D2169E0DFA}" dt="2023-12-09T23:15:46.661" v="161" actId="207"/>
          <ac:spMkLst>
            <pc:docMk/>
            <pc:sldMk cId="314579243" sldId="258"/>
            <ac:spMk id="4" creationId="{05580C2E-9A88-0CED-A559-C28FFD25F071}"/>
          </ac:spMkLst>
        </pc:spChg>
        <pc:spChg chg="mod">
          <ac:chgData name="MATHEUS SANTOS DIAS" userId="230fdbc8-4b0d-4b95-a425-bf041973b5a0" providerId="ADAL" clId="{F75CBDB1-DEC4-486F-8AB0-90D2169E0DFA}" dt="2023-12-09T23:15:53.081" v="162" actId="207"/>
          <ac:spMkLst>
            <pc:docMk/>
            <pc:sldMk cId="314579243" sldId="258"/>
            <ac:spMk id="5" creationId="{77196CD6-8C17-EC1F-2FB6-6D3CF0DE30D3}"/>
          </ac:spMkLst>
        </pc:spChg>
        <pc:picChg chg="mod">
          <ac:chgData name="MATHEUS SANTOS DIAS" userId="230fdbc8-4b0d-4b95-a425-bf041973b5a0" providerId="ADAL" clId="{F75CBDB1-DEC4-486F-8AB0-90D2169E0DFA}" dt="2023-11-22T15:21:49.664" v="23" actId="1076"/>
          <ac:picMkLst>
            <pc:docMk/>
            <pc:sldMk cId="314579243" sldId="258"/>
            <ac:picMk id="3" creationId="{ECED02C7-09C0-EC2B-32B4-D81577CB83E3}"/>
          </ac:picMkLst>
        </pc:picChg>
      </pc:sldChg>
      <pc:sldChg chg="new del">
        <pc:chgData name="MATHEUS SANTOS DIAS" userId="230fdbc8-4b0d-4b95-a425-bf041973b5a0" providerId="ADAL" clId="{F75CBDB1-DEC4-486F-8AB0-90D2169E0DFA}" dt="2023-11-22T15:19:40.072" v="2" actId="47"/>
        <pc:sldMkLst>
          <pc:docMk/>
          <pc:sldMk cId="1794669792" sldId="259"/>
        </pc:sldMkLst>
      </pc:sldChg>
      <pc:sldChg chg="addSp delSp modSp add mod">
        <pc:chgData name="MATHEUS SANTOS DIAS" userId="230fdbc8-4b0d-4b95-a425-bf041973b5a0" providerId="ADAL" clId="{F75CBDB1-DEC4-486F-8AB0-90D2169E0DFA}" dt="2023-12-11T17:20:55.918" v="346" actId="1076"/>
        <pc:sldMkLst>
          <pc:docMk/>
          <pc:sldMk cId="1330256755" sldId="260"/>
        </pc:sldMkLst>
        <pc:spChg chg="mod">
          <ac:chgData name="MATHEUS SANTOS DIAS" userId="230fdbc8-4b0d-4b95-a425-bf041973b5a0" providerId="ADAL" clId="{F75CBDB1-DEC4-486F-8AB0-90D2169E0DFA}" dt="2023-12-09T23:15:58.353" v="163" actId="207"/>
          <ac:spMkLst>
            <pc:docMk/>
            <pc:sldMk cId="1330256755" sldId="260"/>
            <ac:spMk id="4" creationId="{05580C2E-9A88-0CED-A559-C28FFD25F071}"/>
          </ac:spMkLst>
        </pc:spChg>
        <pc:spChg chg="mod">
          <ac:chgData name="MATHEUS SANTOS DIAS" userId="230fdbc8-4b0d-4b95-a425-bf041973b5a0" providerId="ADAL" clId="{F75CBDB1-DEC4-486F-8AB0-90D2169E0DFA}" dt="2023-12-11T17:20:53.505" v="344" actId="21"/>
          <ac:spMkLst>
            <pc:docMk/>
            <pc:sldMk cId="1330256755" sldId="260"/>
            <ac:spMk id="5" creationId="{77196CD6-8C17-EC1F-2FB6-6D3CF0DE30D3}"/>
          </ac:spMkLst>
        </pc:spChg>
        <pc:picChg chg="del">
          <ac:chgData name="MATHEUS SANTOS DIAS" userId="230fdbc8-4b0d-4b95-a425-bf041973b5a0" providerId="ADAL" clId="{F75CBDB1-DEC4-486F-8AB0-90D2169E0DFA}" dt="2023-11-22T15:19:42.001" v="3" actId="478"/>
          <ac:picMkLst>
            <pc:docMk/>
            <pc:sldMk cId="1330256755" sldId="260"/>
            <ac:picMk id="3" creationId="{ECED02C7-09C0-EC2B-32B4-D81577CB83E3}"/>
          </ac:picMkLst>
        </pc:picChg>
        <pc:picChg chg="add mod ord">
          <ac:chgData name="MATHEUS SANTOS DIAS" userId="230fdbc8-4b0d-4b95-a425-bf041973b5a0" providerId="ADAL" clId="{F75CBDB1-DEC4-486F-8AB0-90D2169E0DFA}" dt="2023-12-11T17:20:55.918" v="346" actId="1076"/>
          <ac:picMkLst>
            <pc:docMk/>
            <pc:sldMk cId="1330256755" sldId="260"/>
            <ac:picMk id="6" creationId="{AD13CDD3-5CCC-25BC-9973-2096604D28E7}"/>
          </ac:picMkLst>
        </pc:picChg>
      </pc:sldChg>
      <pc:sldChg chg="addSp modSp new mod">
        <pc:chgData name="MATHEUS SANTOS DIAS" userId="230fdbc8-4b0d-4b95-a425-bf041973b5a0" providerId="ADAL" clId="{F75CBDB1-DEC4-486F-8AB0-90D2169E0DFA}" dt="2023-12-09T23:16:10.692" v="166" actId="207"/>
        <pc:sldMkLst>
          <pc:docMk/>
          <pc:sldMk cId="3664229022" sldId="261"/>
        </pc:sldMkLst>
        <pc:spChg chg="add mod">
          <ac:chgData name="MATHEUS SANTOS DIAS" userId="230fdbc8-4b0d-4b95-a425-bf041973b5a0" providerId="ADAL" clId="{F75CBDB1-DEC4-486F-8AB0-90D2169E0DFA}" dt="2023-12-09T23:16:06.933" v="165" actId="207"/>
          <ac:spMkLst>
            <pc:docMk/>
            <pc:sldMk cId="3664229022" sldId="261"/>
            <ac:spMk id="4" creationId="{A128E4B8-B652-E47C-693B-D6FE8EF4CC6E}"/>
          </ac:spMkLst>
        </pc:spChg>
        <pc:spChg chg="add mod">
          <ac:chgData name="MATHEUS SANTOS DIAS" userId="230fdbc8-4b0d-4b95-a425-bf041973b5a0" providerId="ADAL" clId="{F75CBDB1-DEC4-486F-8AB0-90D2169E0DFA}" dt="2023-12-09T23:16:10.692" v="166" actId="207"/>
          <ac:spMkLst>
            <pc:docMk/>
            <pc:sldMk cId="3664229022" sldId="261"/>
            <ac:spMk id="5" creationId="{D7A7A897-B7FF-B1C9-1954-34BEAE8CD400}"/>
          </ac:spMkLst>
        </pc:spChg>
        <pc:picChg chg="add mod">
          <ac:chgData name="MATHEUS SANTOS DIAS" userId="230fdbc8-4b0d-4b95-a425-bf041973b5a0" providerId="ADAL" clId="{F75CBDB1-DEC4-486F-8AB0-90D2169E0DFA}" dt="2023-12-06T23:00:59.237" v="153" actId="1076"/>
          <ac:picMkLst>
            <pc:docMk/>
            <pc:sldMk cId="3664229022" sldId="261"/>
            <ac:picMk id="3" creationId="{8772FC1B-7BD9-B03C-F122-474CA62104EB}"/>
          </ac:picMkLst>
        </pc:picChg>
      </pc:sldChg>
      <pc:sldChg chg="addSp modSp new del mod ord">
        <pc:chgData name="MATHEUS SANTOS DIAS" userId="230fdbc8-4b0d-4b95-a425-bf041973b5a0" providerId="ADAL" clId="{F75CBDB1-DEC4-486F-8AB0-90D2169E0DFA}" dt="2023-12-11T17:11:15.873" v="327" actId="47"/>
        <pc:sldMkLst>
          <pc:docMk/>
          <pc:sldMk cId="3258180675" sldId="262"/>
        </pc:sldMkLst>
        <pc:spChg chg="add mod">
          <ac:chgData name="MATHEUS SANTOS DIAS" userId="230fdbc8-4b0d-4b95-a425-bf041973b5a0" providerId="ADAL" clId="{F75CBDB1-DEC4-486F-8AB0-90D2169E0DFA}" dt="2023-12-09T23:27:39.374" v="196" actId="20577"/>
          <ac:spMkLst>
            <pc:docMk/>
            <pc:sldMk cId="3258180675" sldId="262"/>
            <ac:spMk id="4" creationId="{610CFCAD-F33D-8898-04B8-E989CEE8A675}"/>
          </ac:spMkLst>
        </pc:spChg>
        <pc:spChg chg="add mod">
          <ac:chgData name="MATHEUS SANTOS DIAS" userId="230fdbc8-4b0d-4b95-a425-bf041973b5a0" providerId="ADAL" clId="{F75CBDB1-DEC4-486F-8AB0-90D2169E0DFA}" dt="2023-12-09T23:24:36.962" v="185" actId="20577"/>
          <ac:spMkLst>
            <pc:docMk/>
            <pc:sldMk cId="3258180675" sldId="262"/>
            <ac:spMk id="5" creationId="{6714795F-DAF6-0679-9446-758B822CD7E9}"/>
          </ac:spMkLst>
        </pc:spChg>
        <pc:picChg chg="add mod">
          <ac:chgData name="MATHEUS SANTOS DIAS" userId="230fdbc8-4b0d-4b95-a425-bf041973b5a0" providerId="ADAL" clId="{F75CBDB1-DEC4-486F-8AB0-90D2169E0DFA}" dt="2023-12-09T23:28:08.702" v="202" actId="1076"/>
          <ac:picMkLst>
            <pc:docMk/>
            <pc:sldMk cId="3258180675" sldId="262"/>
            <ac:picMk id="3" creationId="{E7F02104-5191-C7C4-893E-FA6D852EB8CB}"/>
          </ac:picMkLst>
        </pc:picChg>
      </pc:sldChg>
      <pc:sldChg chg="modSp add del mod">
        <pc:chgData name="MATHEUS SANTOS DIAS" userId="230fdbc8-4b0d-4b95-a425-bf041973b5a0" providerId="ADAL" clId="{F75CBDB1-DEC4-486F-8AB0-90D2169E0DFA}" dt="2023-12-11T17:11:17.173" v="328" actId="47"/>
        <pc:sldMkLst>
          <pc:docMk/>
          <pc:sldMk cId="2938446129" sldId="263"/>
        </pc:sldMkLst>
        <pc:picChg chg="mod">
          <ac:chgData name="MATHEUS SANTOS DIAS" userId="230fdbc8-4b0d-4b95-a425-bf041973b5a0" providerId="ADAL" clId="{F75CBDB1-DEC4-486F-8AB0-90D2169E0DFA}" dt="2023-12-09T23:27:56.815" v="200" actId="1076"/>
          <ac:picMkLst>
            <pc:docMk/>
            <pc:sldMk cId="2938446129" sldId="263"/>
            <ac:picMk id="3" creationId="{E7F02104-5191-C7C4-893E-FA6D852EB8CB}"/>
          </ac:picMkLst>
        </pc:picChg>
      </pc:sldChg>
      <pc:sldChg chg="addSp delSp modSp add mod ord">
        <pc:chgData name="MATHEUS SANTOS DIAS" userId="230fdbc8-4b0d-4b95-a425-bf041973b5a0" providerId="ADAL" clId="{F75CBDB1-DEC4-486F-8AB0-90D2169E0DFA}" dt="2023-12-11T17:12:51.593" v="340" actId="732"/>
        <pc:sldMkLst>
          <pc:docMk/>
          <pc:sldMk cId="627260678" sldId="264"/>
        </pc:sldMkLst>
        <pc:spChg chg="mod">
          <ac:chgData name="MATHEUS SANTOS DIAS" userId="230fdbc8-4b0d-4b95-a425-bf041973b5a0" providerId="ADAL" clId="{F75CBDB1-DEC4-486F-8AB0-90D2169E0DFA}" dt="2023-12-11T17:08:22.634" v="288"/>
          <ac:spMkLst>
            <pc:docMk/>
            <pc:sldMk cId="627260678" sldId="264"/>
            <ac:spMk id="6" creationId="{0F02E0C4-50B9-F252-8C64-48044F02592F}"/>
          </ac:spMkLst>
        </pc:spChg>
        <pc:spChg chg="mod">
          <ac:chgData name="MATHEUS SANTOS DIAS" userId="230fdbc8-4b0d-4b95-a425-bf041973b5a0" providerId="ADAL" clId="{F75CBDB1-DEC4-486F-8AB0-90D2169E0DFA}" dt="2023-12-11T16:54:28.589" v="276" actId="1076"/>
          <ac:spMkLst>
            <pc:docMk/>
            <pc:sldMk cId="627260678" sldId="264"/>
            <ac:spMk id="7" creationId="{92D1DBE4-1D9B-6EC7-DB02-C199B9426D69}"/>
          </ac:spMkLst>
        </pc:spChg>
        <pc:picChg chg="add mod ord modCrop">
          <ac:chgData name="MATHEUS SANTOS DIAS" userId="230fdbc8-4b0d-4b95-a425-bf041973b5a0" providerId="ADAL" clId="{F75CBDB1-DEC4-486F-8AB0-90D2169E0DFA}" dt="2023-12-11T17:12:51.593" v="340" actId="732"/>
          <ac:picMkLst>
            <pc:docMk/>
            <pc:sldMk cId="627260678" sldId="264"/>
            <ac:picMk id="2" creationId="{FD543ED3-FB01-EEF3-4EB0-B3C3E9A736CF}"/>
          </ac:picMkLst>
        </pc:picChg>
        <pc:picChg chg="del">
          <ac:chgData name="MATHEUS SANTOS DIAS" userId="230fdbc8-4b0d-4b95-a425-bf041973b5a0" providerId="ADAL" clId="{F75CBDB1-DEC4-486F-8AB0-90D2169E0DFA}" dt="2023-12-11T16:49:47.228" v="236" actId="478"/>
          <ac:picMkLst>
            <pc:docMk/>
            <pc:sldMk cId="627260678" sldId="264"/>
            <ac:picMk id="5" creationId="{3C87EF71-E566-2641-D7BD-54E5AF822850}"/>
          </ac:picMkLst>
        </pc:picChg>
      </pc:sldChg>
      <pc:sldChg chg="addSp delSp modSp add mod">
        <pc:chgData name="MATHEUS SANTOS DIAS" userId="230fdbc8-4b0d-4b95-a425-bf041973b5a0" providerId="ADAL" clId="{F75CBDB1-DEC4-486F-8AB0-90D2169E0DFA}" dt="2023-12-11T17:09:35.505" v="324" actId="20577"/>
        <pc:sldMkLst>
          <pc:docMk/>
          <pc:sldMk cId="2208647757" sldId="265"/>
        </pc:sldMkLst>
        <pc:spChg chg="mod">
          <ac:chgData name="MATHEUS SANTOS DIAS" userId="230fdbc8-4b0d-4b95-a425-bf041973b5a0" providerId="ADAL" clId="{F75CBDB1-DEC4-486F-8AB0-90D2169E0DFA}" dt="2023-12-11T17:08:26.120" v="289"/>
          <ac:spMkLst>
            <pc:docMk/>
            <pc:sldMk cId="2208647757" sldId="265"/>
            <ac:spMk id="6" creationId="{0F02E0C4-50B9-F252-8C64-48044F02592F}"/>
          </ac:spMkLst>
        </pc:spChg>
        <pc:spChg chg="mod">
          <ac:chgData name="MATHEUS SANTOS DIAS" userId="230fdbc8-4b0d-4b95-a425-bf041973b5a0" providerId="ADAL" clId="{F75CBDB1-DEC4-486F-8AB0-90D2169E0DFA}" dt="2023-12-11T17:09:35.505" v="324" actId="20577"/>
          <ac:spMkLst>
            <pc:docMk/>
            <pc:sldMk cId="2208647757" sldId="265"/>
            <ac:spMk id="7" creationId="{92D1DBE4-1D9B-6EC7-DB02-C199B9426D69}"/>
          </ac:spMkLst>
        </pc:spChg>
        <pc:picChg chg="del">
          <ac:chgData name="MATHEUS SANTOS DIAS" userId="230fdbc8-4b0d-4b95-a425-bf041973b5a0" providerId="ADAL" clId="{F75CBDB1-DEC4-486F-8AB0-90D2169E0DFA}" dt="2023-12-11T17:07:41.585" v="282" actId="478"/>
          <ac:picMkLst>
            <pc:docMk/>
            <pc:sldMk cId="2208647757" sldId="265"/>
            <ac:picMk id="2" creationId="{FD543ED3-FB01-EEF3-4EB0-B3C3E9A736CF}"/>
          </ac:picMkLst>
        </pc:picChg>
        <pc:picChg chg="add mod ord modCrop">
          <ac:chgData name="MATHEUS SANTOS DIAS" userId="230fdbc8-4b0d-4b95-a425-bf041973b5a0" providerId="ADAL" clId="{F75CBDB1-DEC4-486F-8AB0-90D2169E0DFA}" dt="2023-12-11T17:07:59.300" v="286" actId="171"/>
          <ac:picMkLst>
            <pc:docMk/>
            <pc:sldMk cId="2208647757" sldId="265"/>
            <ac:picMk id="3" creationId="{DD6E7C1A-4029-E145-B77D-95140F2097B0}"/>
          </ac:picMkLst>
        </pc:picChg>
      </pc:sldChg>
      <pc:sldChg chg="addSp delSp modSp add mod">
        <pc:chgData name="MATHEUS SANTOS DIAS" userId="230fdbc8-4b0d-4b95-a425-bf041973b5a0" providerId="ADAL" clId="{F75CBDB1-DEC4-486F-8AB0-90D2169E0DFA}" dt="2023-12-11T17:22:15.057" v="355" actId="1076"/>
        <pc:sldMkLst>
          <pc:docMk/>
          <pc:sldMk cId="2226232231" sldId="266"/>
        </pc:sldMkLst>
        <pc:spChg chg="add del mod">
          <ac:chgData name="MATHEUS SANTOS DIAS" userId="230fdbc8-4b0d-4b95-a425-bf041973b5a0" providerId="ADAL" clId="{F75CBDB1-DEC4-486F-8AB0-90D2169E0DFA}" dt="2023-12-11T17:22:03.401" v="354" actId="478"/>
          <ac:spMkLst>
            <pc:docMk/>
            <pc:sldMk cId="2226232231" sldId="266"/>
            <ac:spMk id="4" creationId="{FA46566F-E31A-F9D6-83FB-E16C68049692}"/>
          </ac:spMkLst>
        </pc:spChg>
        <pc:spChg chg="mod">
          <ac:chgData name="MATHEUS SANTOS DIAS" userId="230fdbc8-4b0d-4b95-a425-bf041973b5a0" providerId="ADAL" clId="{F75CBDB1-DEC4-486F-8AB0-90D2169E0DFA}" dt="2023-12-11T17:21:43.756" v="351" actId="1076"/>
          <ac:spMkLst>
            <pc:docMk/>
            <pc:sldMk cId="2226232231" sldId="266"/>
            <ac:spMk id="6" creationId="{0F02E0C4-50B9-F252-8C64-48044F02592F}"/>
          </ac:spMkLst>
        </pc:spChg>
        <pc:spChg chg="mod ord">
          <ac:chgData name="MATHEUS SANTOS DIAS" userId="230fdbc8-4b0d-4b95-a425-bf041973b5a0" providerId="ADAL" clId="{F75CBDB1-DEC4-486F-8AB0-90D2169E0DFA}" dt="2023-12-11T17:22:15.057" v="355" actId="1076"/>
          <ac:spMkLst>
            <pc:docMk/>
            <pc:sldMk cId="2226232231" sldId="266"/>
            <ac:spMk id="7" creationId="{92D1DBE4-1D9B-6EC7-DB02-C199B9426D69}"/>
          </ac:spMkLst>
        </pc:spChg>
        <pc:picChg chg="add mod modCrop">
          <ac:chgData name="MATHEUS SANTOS DIAS" userId="230fdbc8-4b0d-4b95-a425-bf041973b5a0" providerId="ADAL" clId="{F75CBDB1-DEC4-486F-8AB0-90D2169E0DFA}" dt="2023-12-11T17:12:48.292" v="339" actId="14100"/>
          <ac:picMkLst>
            <pc:docMk/>
            <pc:sldMk cId="2226232231" sldId="266"/>
            <ac:picMk id="2" creationId="{5D0E2E24-6141-5497-D642-5C1BE3FA6730}"/>
          </ac:picMkLst>
        </pc:picChg>
        <pc:picChg chg="del">
          <ac:chgData name="MATHEUS SANTOS DIAS" userId="230fdbc8-4b0d-4b95-a425-bf041973b5a0" providerId="ADAL" clId="{F75CBDB1-DEC4-486F-8AB0-90D2169E0DFA}" dt="2023-12-11T17:11:52.313" v="333" actId="478"/>
          <ac:picMkLst>
            <pc:docMk/>
            <pc:sldMk cId="2226232231" sldId="266"/>
            <ac:picMk id="3" creationId="{DD6E7C1A-4029-E145-B77D-95140F2097B0}"/>
          </ac:picMkLst>
        </pc:picChg>
      </pc:sldChg>
      <pc:sldChg chg="addSp delSp modSp add mod">
        <pc:chgData name="MATHEUS SANTOS DIAS" userId="230fdbc8-4b0d-4b95-a425-bf041973b5a0" providerId="ADAL" clId="{F75CBDB1-DEC4-486F-8AB0-90D2169E0DFA}" dt="2023-12-11T17:35:45.752" v="379" actId="1076"/>
        <pc:sldMkLst>
          <pc:docMk/>
          <pc:sldMk cId="2987288991" sldId="267"/>
        </pc:sldMkLst>
        <pc:spChg chg="add mod">
          <ac:chgData name="MATHEUS SANTOS DIAS" userId="230fdbc8-4b0d-4b95-a425-bf041973b5a0" providerId="ADAL" clId="{F75CBDB1-DEC4-486F-8AB0-90D2169E0DFA}" dt="2023-12-11T17:34:32.993" v="373"/>
          <ac:spMkLst>
            <pc:docMk/>
            <pc:sldMk cId="2987288991" sldId="267"/>
            <ac:spMk id="4" creationId="{1F380ABD-25BE-B843-1D41-C6B906FF2421}"/>
          </ac:spMkLst>
        </pc:spChg>
        <pc:spChg chg="add mod">
          <ac:chgData name="MATHEUS SANTOS DIAS" userId="230fdbc8-4b0d-4b95-a425-bf041973b5a0" providerId="ADAL" clId="{F75CBDB1-DEC4-486F-8AB0-90D2169E0DFA}" dt="2023-12-11T17:35:37.774" v="378" actId="14100"/>
          <ac:spMkLst>
            <pc:docMk/>
            <pc:sldMk cId="2987288991" sldId="267"/>
            <ac:spMk id="5" creationId="{F64508F7-5CE8-87F4-8B07-29504AC33EA5}"/>
          </ac:spMkLst>
        </pc:spChg>
        <pc:spChg chg="del mod">
          <ac:chgData name="MATHEUS SANTOS DIAS" userId="230fdbc8-4b0d-4b95-a425-bf041973b5a0" providerId="ADAL" clId="{F75CBDB1-DEC4-486F-8AB0-90D2169E0DFA}" dt="2023-12-11T17:34:00.585" v="368" actId="478"/>
          <ac:spMkLst>
            <pc:docMk/>
            <pc:sldMk cId="2987288991" sldId="267"/>
            <ac:spMk id="6" creationId="{0F02E0C4-50B9-F252-8C64-48044F02592F}"/>
          </ac:spMkLst>
        </pc:spChg>
        <pc:spChg chg="del mod">
          <ac:chgData name="MATHEUS SANTOS DIAS" userId="230fdbc8-4b0d-4b95-a425-bf041973b5a0" providerId="ADAL" clId="{F75CBDB1-DEC4-486F-8AB0-90D2169E0DFA}" dt="2023-12-11T17:34:05.791" v="370" actId="478"/>
          <ac:spMkLst>
            <pc:docMk/>
            <pc:sldMk cId="2987288991" sldId="267"/>
            <ac:spMk id="7" creationId="{92D1DBE4-1D9B-6EC7-DB02-C199B9426D69}"/>
          </ac:spMkLst>
        </pc:spChg>
        <pc:picChg chg="del">
          <ac:chgData name="MATHEUS SANTOS DIAS" userId="230fdbc8-4b0d-4b95-a425-bf041973b5a0" providerId="ADAL" clId="{F75CBDB1-DEC4-486F-8AB0-90D2169E0DFA}" dt="2023-12-11T17:23:17.440" v="358" actId="478"/>
          <ac:picMkLst>
            <pc:docMk/>
            <pc:sldMk cId="2987288991" sldId="267"/>
            <ac:picMk id="2" creationId="{FD543ED3-FB01-EEF3-4EB0-B3C3E9A736CF}"/>
          </ac:picMkLst>
        </pc:picChg>
        <pc:picChg chg="add mod ord modCrop">
          <ac:chgData name="MATHEUS SANTOS DIAS" userId="230fdbc8-4b0d-4b95-a425-bf041973b5a0" providerId="ADAL" clId="{F75CBDB1-DEC4-486F-8AB0-90D2169E0DFA}" dt="2023-12-11T17:35:45.752" v="379" actId="1076"/>
          <ac:picMkLst>
            <pc:docMk/>
            <pc:sldMk cId="2987288991" sldId="267"/>
            <ac:picMk id="3" creationId="{BA16947E-7877-BFBA-63BE-88823B0DEBD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1DF96-A746-E774-3FCF-78FF205F9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82809A-63AE-7B9C-F109-37EE66A35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697E43-D351-FAD7-69AB-D4712E70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A16E0-01DB-4CA7-B5A5-2C288B23FD35}" type="datetimeFigureOut">
              <a:rPr lang="pt-BR" smtClean="0"/>
              <a:t>10/07/2024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009AB2-492D-12A5-BC18-D87A627D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AF34CB-D527-29E3-2C25-B66BE956B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A4EE8-EBFA-49AE-905D-4CE02810F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43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EE4D7-77D0-AA9A-1457-1F18A983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826775-39C2-21E3-D583-FB683131B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5DF1F3-1F06-E16D-BD43-5399D9FF6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A16E0-01DB-4CA7-B5A5-2C288B23FD35}" type="datetimeFigureOut">
              <a:rPr lang="pt-BR" smtClean="0"/>
              <a:t>10/07/2024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8B1438-1033-6E07-06E7-C00E1017E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F68E8D-2C38-10E0-68D6-F4F0F4FD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A4EE8-EBFA-49AE-905D-4CE02810F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080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0209D-FFF4-5B6A-6D9C-D20D67DAD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B3B8ED-09CD-78C5-579F-8C27FF69D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789BAD-0604-C6B1-ABF7-51780FBE5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A16E0-01DB-4CA7-B5A5-2C288B23FD35}" type="datetimeFigureOut">
              <a:rPr lang="pt-BR" smtClean="0"/>
              <a:t>10/07/2024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B51437-AB0E-6D2C-EADE-11CCD1AC4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A92B29-4DFE-A193-E092-D07A05EE7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A4EE8-EBFA-49AE-905D-4CE02810F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049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EA3BF-9853-C404-BFD0-0DAA0A55C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F450FD-D674-675A-1494-33AB61946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43B0FF-28EA-D0DA-CC5C-BDE7C71F5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0A478F-5554-D3A7-B65A-496FFC9C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A16E0-01DB-4CA7-B5A5-2C288B23FD35}" type="datetimeFigureOut">
              <a:rPr lang="pt-BR" smtClean="0"/>
              <a:t>10/07/2024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EA90A7-BFCA-C2B7-B65E-BEB980444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FB5553-7682-2138-60BE-2B6F467B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A4EE8-EBFA-49AE-905D-4CE02810F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2136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9A80E4-5B49-979F-77F7-775B7C09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0F50B6-C665-8858-D080-ABD201F10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12F1F2-F260-56CF-D621-B784CD672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E62CA8-58DB-77BB-1708-36D616B33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D63F377-2A9D-0226-F985-6EFE651DE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9C65003-1401-1A39-C3D2-BA4FFAC3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A16E0-01DB-4CA7-B5A5-2C288B23FD35}" type="datetimeFigureOut">
              <a:rPr lang="pt-BR" smtClean="0"/>
              <a:t>10/07/2024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AA2F87A-6F96-1D54-37CF-644DEBB71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3410DA0-FD10-0C8E-7B24-F3B82A1CB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A4EE8-EBFA-49AE-905D-4CE02810F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055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70C12-8C18-E582-2FFE-1BEB020ED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7B11AAE-87D8-A973-EB48-C5785948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A16E0-01DB-4CA7-B5A5-2C288B23FD35}" type="datetimeFigureOut">
              <a:rPr lang="pt-BR" smtClean="0"/>
              <a:t>10/07/2024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B114CC-226A-19A6-9C76-E32A970B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D749CA-48A6-C5E2-7646-835B36CD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A4EE8-EBFA-49AE-905D-4CE02810F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047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16CAA12-0E26-F2D8-02DC-CBF8AC6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A16E0-01DB-4CA7-B5A5-2C288B23FD35}" type="datetimeFigureOut">
              <a:rPr lang="pt-BR" smtClean="0"/>
              <a:t>10/07/2024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0B516CC-39B4-D99B-EF6F-2617EBF01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875404-5C19-5806-58D5-627C9096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A4EE8-EBFA-49AE-905D-4CE02810F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901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D3153-4186-67A0-6B22-0E89EA75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C22A54-502C-0B43-37CA-B11822C9D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237645-8C69-967B-22D7-6B22A68F8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5D790C-5288-6A05-428A-3541141B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A16E0-01DB-4CA7-B5A5-2C288B23FD35}" type="datetimeFigureOut">
              <a:rPr lang="pt-BR" smtClean="0"/>
              <a:t>10/07/2024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AC3447-80AE-E99B-F4E1-2ACB360D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431F68-3407-4A6A-427D-5CFDA6C24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A4EE8-EBFA-49AE-905D-4CE02810F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7040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AD4F1-640E-2D8B-8B44-51CDE79D4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683D095-25CE-DDBD-B3C8-2119DE294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BB53F4-51EF-4B43-11CE-18589D429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6CF41C-3C2C-C80B-79D4-8369CA3EE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A16E0-01DB-4CA7-B5A5-2C288B23FD35}" type="datetimeFigureOut">
              <a:rPr lang="pt-BR" smtClean="0"/>
              <a:t>10/07/2024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8AA324-C198-BDCC-64EA-4F881CDB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DFA45F-B9FA-D289-03CC-5D376F839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A4EE8-EBFA-49AE-905D-4CE02810F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85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B91B6-5EA5-477C-E70C-3D9F76184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0F3303A-2DB7-D0DB-1F43-F776ACEB9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D64E29-0D84-F19D-36CF-323B22B8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A16E0-01DB-4CA7-B5A5-2C288B23FD35}" type="datetimeFigureOut">
              <a:rPr lang="pt-BR" smtClean="0"/>
              <a:t>10/07/2024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28259E-3A94-6FD7-2EBD-BBCF19E6B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791701-CCA0-04C3-9147-13FFAEC80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A4EE8-EBFA-49AE-905D-4CE02810F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958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39E03E-F405-149E-B797-69E710F48D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C0C7FC-E63B-F123-0F3A-64129A0C9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E74028-E159-1CC2-4F81-682E8C807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A16E0-01DB-4CA7-B5A5-2C288B23FD35}" type="datetimeFigureOut">
              <a:rPr lang="pt-BR" smtClean="0"/>
              <a:t>10/07/2024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1AB614-2E0C-C450-9CE4-D2378DF1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A58270-94D0-8438-33C0-D6EF3F9A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A4EE8-EBFA-49AE-905D-4CE02810F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142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1D1E8DF-A58C-DDB7-D39F-5964AE24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3CD58D-3510-EB4D-DF60-EDDA46A4F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EFF4A0-B33B-EFC4-B697-2A61AFDE8F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A16E0-01DB-4CA7-B5A5-2C288B23FD35}" type="datetimeFigureOut">
              <a:rPr lang="pt-BR" smtClean="0"/>
              <a:t>10/07/2024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07E860-3987-88E5-B01B-5C73F5B5D3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2A2624-B739-FAF4-2549-FB69A0A87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A4EE8-EBFA-49AE-905D-4CE02810F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5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esenho de personagem de desenho animado&#10;&#10;Descrição gerada automaticamente">
            <a:extLst>
              <a:ext uri="{FF2B5EF4-FFF2-40B4-BE49-F238E27FC236}">
                <a16:creationId xmlns:a16="http://schemas.microsoft.com/office/drawing/2014/main" id="{FD543ED3-FB01-EEF3-4EB0-B3C3E9A736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54" r="23161"/>
          <a:stretch/>
        </p:blipFill>
        <p:spPr>
          <a:xfrm>
            <a:off x="5542576" y="395287"/>
            <a:ext cx="6373199" cy="606742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F02E0C4-50B9-F252-8C64-48044F02592F}"/>
              </a:ext>
            </a:extLst>
          </p:cNvPr>
          <p:cNvSpPr txBox="1"/>
          <p:nvPr/>
        </p:nvSpPr>
        <p:spPr>
          <a:xfrm>
            <a:off x="0" y="1262452"/>
            <a:ext cx="684944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>
                <a:solidFill>
                  <a:srgbClr val="0563B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CLUSTERIZACIÓN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D1DBE4-1D9B-6EC7-DB02-C199B9426D69}"/>
              </a:ext>
            </a:extLst>
          </p:cNvPr>
          <p:cNvSpPr txBox="1"/>
          <p:nvPr/>
        </p:nvSpPr>
        <p:spPr>
          <a:xfrm>
            <a:off x="0" y="2462781"/>
            <a:ext cx="68494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Indicadores de </a:t>
            </a:r>
            <a:r>
              <a:rPr lang="pt-BR" sz="440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Crecimiento</a:t>
            </a:r>
            <a:r>
              <a:rPr lang="pt-BR" sz="44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Verde</a:t>
            </a:r>
          </a:p>
        </p:txBody>
      </p:sp>
    </p:spTree>
    <p:extLst>
      <p:ext uri="{BB962C8B-B14F-4D97-AF65-F5344CB8AC3E}">
        <p14:creationId xmlns:p14="http://schemas.microsoft.com/office/powerpoint/2010/main" val="62726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esenho de personagem de desenho animado&#10;&#10;Descrição gerada automaticamente com confiança baixa">
            <a:extLst>
              <a:ext uri="{FF2B5EF4-FFF2-40B4-BE49-F238E27FC236}">
                <a16:creationId xmlns:a16="http://schemas.microsoft.com/office/drawing/2014/main" id="{3C87EF71-E566-2641-D7BD-54E5AF8228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41" r="23211"/>
          <a:stretch/>
        </p:blipFill>
        <p:spPr>
          <a:xfrm>
            <a:off x="5773162" y="0"/>
            <a:ext cx="6418838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F02E0C4-50B9-F252-8C64-48044F02592F}"/>
              </a:ext>
            </a:extLst>
          </p:cNvPr>
          <p:cNvSpPr txBox="1"/>
          <p:nvPr/>
        </p:nvSpPr>
        <p:spPr>
          <a:xfrm>
            <a:off x="-1" y="1192879"/>
            <a:ext cx="65300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b="1" dirty="0">
                <a:solidFill>
                  <a:srgbClr val="0563B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PROCESAMIENTO DE LENGUAJE NATURAL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D1DBE4-1D9B-6EC7-DB02-C199B9426D69}"/>
              </a:ext>
            </a:extLst>
          </p:cNvPr>
          <p:cNvSpPr txBox="1"/>
          <p:nvPr/>
        </p:nvSpPr>
        <p:spPr>
          <a:xfrm>
            <a:off x="76199" y="2979616"/>
            <a:ext cx="65300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Corrector</a:t>
            </a:r>
            <a:r>
              <a:rPr lang="pt-BR" sz="44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Ortográfico</a:t>
            </a:r>
          </a:p>
        </p:txBody>
      </p:sp>
    </p:spTree>
    <p:extLst>
      <p:ext uri="{BB962C8B-B14F-4D97-AF65-F5344CB8AC3E}">
        <p14:creationId xmlns:p14="http://schemas.microsoft.com/office/powerpoint/2010/main" val="3979586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esenho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DD6E7C1A-4029-E145-B77D-95140F2097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38" r="25049"/>
          <a:stretch/>
        </p:blipFill>
        <p:spPr>
          <a:xfrm>
            <a:off x="6029325" y="-4461"/>
            <a:ext cx="6162675" cy="686246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F02E0C4-50B9-F252-8C64-48044F02592F}"/>
              </a:ext>
            </a:extLst>
          </p:cNvPr>
          <p:cNvSpPr txBox="1"/>
          <p:nvPr/>
        </p:nvSpPr>
        <p:spPr>
          <a:xfrm>
            <a:off x="0" y="994097"/>
            <a:ext cx="68494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0563B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SERIES TEMPORALES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D1DBE4-1D9B-6EC7-DB02-C199B9426D69}"/>
              </a:ext>
            </a:extLst>
          </p:cNvPr>
          <p:cNvSpPr txBox="1"/>
          <p:nvPr/>
        </p:nvSpPr>
        <p:spPr>
          <a:xfrm>
            <a:off x="0" y="3297669"/>
            <a:ext cx="68494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Covid-19 </a:t>
            </a:r>
            <a:r>
              <a:rPr lang="pt-BR" sz="440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</a:t>
            </a:r>
            <a:r>
              <a:rPr lang="pt-BR" sz="44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São Paulo</a:t>
            </a:r>
          </a:p>
        </p:txBody>
      </p:sp>
    </p:spTree>
    <p:extLst>
      <p:ext uri="{BB962C8B-B14F-4D97-AF65-F5344CB8AC3E}">
        <p14:creationId xmlns:p14="http://schemas.microsoft.com/office/powerpoint/2010/main" val="2208647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F02E0C4-50B9-F252-8C64-48044F02592F}"/>
              </a:ext>
            </a:extLst>
          </p:cNvPr>
          <p:cNvSpPr txBox="1"/>
          <p:nvPr/>
        </p:nvSpPr>
        <p:spPr>
          <a:xfrm>
            <a:off x="0" y="1145507"/>
            <a:ext cx="6849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200" b="1" dirty="0">
                <a:solidFill>
                  <a:srgbClr val="0563B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DETECCIÓN DE ANOMALÍAS</a:t>
            </a:r>
          </a:p>
        </p:txBody>
      </p:sp>
      <p:pic>
        <p:nvPicPr>
          <p:cNvPr id="2" name="Imagem 1" descr="Desenho de personagem de desenho animado&#10;&#10;Descrição gerada automaticamente">
            <a:extLst>
              <a:ext uri="{FF2B5EF4-FFF2-40B4-BE49-F238E27FC236}">
                <a16:creationId xmlns:a16="http://schemas.microsoft.com/office/drawing/2014/main" id="{5D0E2E24-6141-5497-D642-5C1BE3FA67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8" r="6111"/>
          <a:stretch/>
        </p:blipFill>
        <p:spPr>
          <a:xfrm>
            <a:off x="6229350" y="4477"/>
            <a:ext cx="5962650" cy="685352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2D1DBE4-1D9B-6EC7-DB02-C199B9426D69}"/>
              </a:ext>
            </a:extLst>
          </p:cNvPr>
          <p:cNvSpPr txBox="1"/>
          <p:nvPr/>
        </p:nvSpPr>
        <p:spPr>
          <a:xfrm>
            <a:off x="0" y="3271422"/>
            <a:ext cx="68494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Fraudes </a:t>
            </a:r>
            <a:r>
              <a:rPr lang="pt-BR" sz="420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en</a:t>
            </a:r>
            <a:r>
              <a:rPr lang="pt-BR" sz="42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pt-BR" sz="420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</a:t>
            </a:r>
            <a:r>
              <a:rPr lang="pt-BR" sz="42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E-commerce</a:t>
            </a:r>
          </a:p>
        </p:txBody>
      </p:sp>
    </p:spTree>
    <p:extLst>
      <p:ext uri="{BB962C8B-B14F-4D97-AF65-F5344CB8AC3E}">
        <p14:creationId xmlns:p14="http://schemas.microsoft.com/office/powerpoint/2010/main" val="2226232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esenho de personagem de desenho animado&#10;&#10;Descrição gerada automaticamente com confiança baixa">
            <a:extLst>
              <a:ext uri="{FF2B5EF4-FFF2-40B4-BE49-F238E27FC236}">
                <a16:creationId xmlns:a16="http://schemas.microsoft.com/office/drawing/2014/main" id="{BA16947E-7877-BFBA-63BE-88823B0DEB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9" r="3754"/>
          <a:stretch/>
        </p:blipFill>
        <p:spPr>
          <a:xfrm>
            <a:off x="6305549" y="0"/>
            <a:ext cx="6229351" cy="684944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F380ABD-25BE-B843-1D41-C6B906FF2421}"/>
              </a:ext>
            </a:extLst>
          </p:cNvPr>
          <p:cNvSpPr txBox="1"/>
          <p:nvPr/>
        </p:nvSpPr>
        <p:spPr>
          <a:xfrm>
            <a:off x="0" y="1157064"/>
            <a:ext cx="684944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200" b="1" dirty="0">
                <a:solidFill>
                  <a:srgbClr val="0563B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INVESTIGACIÓN OPERATIVA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64508F7-5CE8-87F4-8B07-29504AC33EA5}"/>
              </a:ext>
            </a:extLst>
          </p:cNvPr>
          <p:cNvSpPr txBox="1"/>
          <p:nvPr/>
        </p:nvSpPr>
        <p:spPr>
          <a:xfrm>
            <a:off x="0" y="3061764"/>
            <a:ext cx="68494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Ruteo</a:t>
            </a:r>
            <a:r>
              <a:rPr lang="en-US" sz="40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de </a:t>
            </a:r>
            <a:r>
              <a:rPr lang="en-US" sz="400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Vehículos</a:t>
            </a:r>
            <a:r>
              <a:rPr lang="en-US" sz="40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con </a:t>
            </a:r>
            <a:r>
              <a:rPr lang="en-US" sz="400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Flotas</a:t>
            </a:r>
            <a:r>
              <a:rPr lang="en-US" sz="400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Heterogéneas</a:t>
            </a:r>
            <a:endParaRPr lang="en-US" sz="40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288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esenho de personagem de desenho animado&#10;&#10;Descrição gerada automaticamente">
            <a:extLst>
              <a:ext uri="{FF2B5EF4-FFF2-40B4-BE49-F238E27FC236}">
                <a16:creationId xmlns:a16="http://schemas.microsoft.com/office/drawing/2014/main" id="{402F5158-6738-1F0E-B977-989FD4CA6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000" y="729000"/>
            <a:ext cx="9600000" cy="5400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FFF3812-0184-90AF-FBBB-D63A5F999143}"/>
              </a:ext>
            </a:extLst>
          </p:cNvPr>
          <p:cNvSpPr txBox="1"/>
          <p:nvPr/>
        </p:nvSpPr>
        <p:spPr>
          <a:xfrm>
            <a:off x="1228725" y="128835"/>
            <a:ext cx="9734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rgbClr val="0563B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CLUSTERING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0730B9D-13BB-70FC-C248-D2521062A469}"/>
              </a:ext>
            </a:extLst>
          </p:cNvPr>
          <p:cNvSpPr txBox="1"/>
          <p:nvPr/>
        </p:nvSpPr>
        <p:spPr>
          <a:xfrm>
            <a:off x="0" y="5528836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rgbClr val="0563BB"/>
                </a:solidFill>
                <a:latin typeface="Arial Rounded MT Bold" panose="020F070403050403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Green Growth </a:t>
            </a:r>
            <a:r>
              <a:rPr lang="pt-BR" sz="7200" dirty="0" err="1">
                <a:solidFill>
                  <a:srgbClr val="0563BB"/>
                </a:solidFill>
                <a:latin typeface="Arial Rounded MT Bold" panose="020F070403050403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indicators</a:t>
            </a:r>
            <a:endParaRPr lang="pt-BR" sz="7200" dirty="0">
              <a:solidFill>
                <a:srgbClr val="0563BB"/>
              </a:solidFill>
              <a:latin typeface="Arial Rounded MT Bold" panose="020F070403050403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583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esenho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ECED02C7-09C0-EC2B-32B4-D81577CB8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00" y="369000"/>
            <a:ext cx="10880000" cy="6120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5580C2E-9A88-0CED-A559-C28FFD25F071}"/>
              </a:ext>
            </a:extLst>
          </p:cNvPr>
          <p:cNvSpPr txBox="1"/>
          <p:nvPr/>
        </p:nvSpPr>
        <p:spPr>
          <a:xfrm>
            <a:off x="1228725" y="128835"/>
            <a:ext cx="9734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rgbClr val="0563B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TIME SERIES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196CD6-8C17-EC1F-2FB6-6D3CF0DE30D3}"/>
              </a:ext>
            </a:extLst>
          </p:cNvPr>
          <p:cNvSpPr txBox="1"/>
          <p:nvPr/>
        </p:nvSpPr>
        <p:spPr>
          <a:xfrm>
            <a:off x="0" y="5528836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rgbClr val="0563BB"/>
                </a:solidFill>
                <a:latin typeface="Arial Rounded MT Bold" panose="020F070403050403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COVID-19 in São Paulo</a:t>
            </a:r>
          </a:p>
        </p:txBody>
      </p:sp>
    </p:spTree>
    <p:extLst>
      <p:ext uri="{BB962C8B-B14F-4D97-AF65-F5344CB8AC3E}">
        <p14:creationId xmlns:p14="http://schemas.microsoft.com/office/powerpoint/2010/main" val="314579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esenho de personagem de desenho animado&#10;&#10;Descrição gerada automaticamente">
            <a:extLst>
              <a:ext uri="{FF2B5EF4-FFF2-40B4-BE49-F238E27FC236}">
                <a16:creationId xmlns:a16="http://schemas.microsoft.com/office/drawing/2014/main" id="{AD13CDD3-5CCC-25BC-9973-2096604D2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000" y="369000"/>
            <a:ext cx="6120000" cy="6120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5580C2E-9A88-0CED-A559-C28FFD25F071}"/>
              </a:ext>
            </a:extLst>
          </p:cNvPr>
          <p:cNvSpPr txBox="1"/>
          <p:nvPr/>
        </p:nvSpPr>
        <p:spPr>
          <a:xfrm>
            <a:off x="0" y="128835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rgbClr val="0563B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ANOMALY DETECTION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196CD6-8C17-EC1F-2FB6-6D3CF0DE30D3}"/>
              </a:ext>
            </a:extLst>
          </p:cNvPr>
          <p:cNvSpPr txBox="1"/>
          <p:nvPr/>
        </p:nvSpPr>
        <p:spPr>
          <a:xfrm>
            <a:off x="0" y="5528836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 err="1">
                <a:solidFill>
                  <a:srgbClr val="0563BB"/>
                </a:solidFill>
                <a:latin typeface="Arial Rounded MT Bold" panose="020F070403050403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Frauds</a:t>
            </a:r>
            <a:r>
              <a:rPr lang="pt-BR" sz="7200" dirty="0">
                <a:solidFill>
                  <a:srgbClr val="0563BB"/>
                </a:solidFill>
                <a:latin typeface="Arial Rounded MT Bold" panose="020F070403050403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in </a:t>
            </a:r>
            <a:r>
              <a:rPr lang="pt-BR" sz="7200" dirty="0" err="1">
                <a:solidFill>
                  <a:srgbClr val="0563BB"/>
                </a:solidFill>
                <a:latin typeface="Arial Rounded MT Bold" panose="020F070403050403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an</a:t>
            </a:r>
            <a:r>
              <a:rPr lang="pt-BR" sz="7200" dirty="0">
                <a:solidFill>
                  <a:srgbClr val="0563BB"/>
                </a:solidFill>
                <a:latin typeface="Arial Rounded MT Bold" panose="020F070403050403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E-commerce</a:t>
            </a:r>
          </a:p>
        </p:txBody>
      </p:sp>
    </p:spTree>
    <p:extLst>
      <p:ext uri="{BB962C8B-B14F-4D97-AF65-F5344CB8AC3E}">
        <p14:creationId xmlns:p14="http://schemas.microsoft.com/office/powerpoint/2010/main" val="1330256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esenho de personagem de desenho animado&#10;&#10;Descrição gerada automaticamente com confiança baixa">
            <a:extLst>
              <a:ext uri="{FF2B5EF4-FFF2-40B4-BE49-F238E27FC236}">
                <a16:creationId xmlns:a16="http://schemas.microsoft.com/office/drawing/2014/main" id="{8772FC1B-7BD9-B03C-F122-474CA6210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000" y="311736"/>
            <a:ext cx="5760000" cy="5760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128E4B8-B652-E47C-693B-D6FE8EF4CC6E}"/>
              </a:ext>
            </a:extLst>
          </p:cNvPr>
          <p:cNvSpPr txBox="1"/>
          <p:nvPr/>
        </p:nvSpPr>
        <p:spPr>
          <a:xfrm>
            <a:off x="0" y="128835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0563BB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OPERATIONAL RESEARCH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A7A897-B7FF-B1C9-1954-34BEAE8CD400}"/>
              </a:ext>
            </a:extLst>
          </p:cNvPr>
          <p:cNvSpPr txBox="1"/>
          <p:nvPr/>
        </p:nvSpPr>
        <p:spPr>
          <a:xfrm>
            <a:off x="0" y="5103674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rgbClr val="0563BB"/>
                </a:solidFill>
                <a:latin typeface="Arial Rounded MT Bold" panose="020F070403050403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Vehicle Routing Problem with Heterogeneous Fleet</a:t>
            </a:r>
            <a:endParaRPr lang="pt-BR" sz="5400" dirty="0">
              <a:solidFill>
                <a:srgbClr val="0563BB"/>
              </a:solidFill>
              <a:latin typeface="Arial Rounded MT Bold" panose="020F070403050403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2290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56</Words>
  <Application>Microsoft Office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MATHEUS SANTOS DIAS</dc:creator>
  <cp:lastModifiedBy>MATHEUS SANTOS DIAS</cp:lastModifiedBy>
  <cp:revision>3</cp:revision>
  <dcterms:created xsi:type="dcterms:W3CDTF">2023-11-21T20:33:55Z</dcterms:created>
  <dcterms:modified xsi:type="dcterms:W3CDTF">2024-07-10T19:01:59Z</dcterms:modified>
</cp:coreProperties>
</file>